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8729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FB161-9F8F-D8C7-3015-4B72454BE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8DA0AC-8416-2472-AB98-544D09ABA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7EE581-9D81-4C25-C07E-CAED5123D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5167D-438C-C81C-04BA-58BB4A0FB5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50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Bildung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5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gedacht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Prüfungssysteme mit Puavo &amp; KI-Unterstützung mit SchulKI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274320" y="4663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Erkenntnisse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von der Bildungsmesse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Bildung.Digital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F0C15C-46A7-17A9-5269-C6C55928E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E79BCAB-FBD3-FE34-BA6A-D8651D9BC719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67D89CD-1BB5-02E4-3133-3800D4FACB27}"/>
              </a:ext>
            </a:extLst>
          </p:cNvPr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Vortrag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von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Puavo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digitalin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Prüfungen</a:t>
            </a:r>
            <a:endParaRPr lang="en-US" sz="2600" dirty="0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A61BC0EC-88F8-5665-065F-1B1061D42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923" y="1200904"/>
            <a:ext cx="5728332" cy="347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295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Puavo – Warum digitale Prüfungen neu denken?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Hintergrund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Puavo</a:t>
            </a: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GmbH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Know-how aus Finnland, aktiv auch in Deutschland (u.a. Harz / Thale)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Ausgangslage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Stabiles digitales Prüfen an vielen Schulen noch schwer umsetzbar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Schule muss </a:t>
            </a:r>
            <a:r>
              <a:rPr lang="en-US" sz="1400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weiterhin</a:t>
            </a: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Endgeräte</a:t>
            </a: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stellen</a:t>
            </a:r>
            <a:endParaRPr lang="en-US" sz="1400" dirty="0">
              <a:solidFill>
                <a:srgbClr val="1C2B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Lehrende</a:t>
            </a: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1400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Prüflinge</a:t>
            </a: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</a:t>
            </a: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Ort (in der Schule)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Typische Probleme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50876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Netzwerkprobleme während der Prüfung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Schwierigkeiten bei Vorbereitung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instabile</a:t>
            </a: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Serverstrukturen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</a:t>
            </a: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Störungen im Prüfungsablauf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0" cy="2743200"/>
          </a:xfrm>
          <a:prstGeom prst="line">
            <a:avLst/>
          </a:prstGeom>
          <a:noFill/>
          <a:ln w="19050">
            <a:solidFill>
              <a:srgbClr val="CCDDD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solidFill>
            <a:srgbClr val="EAF6F6"/>
          </a:solidFill>
          <a:ln w="12700">
            <a:solidFill>
              <a:srgbClr val="0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57200" y="42702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Bewährtes</a:t>
            </a:r>
            <a:r>
              <a:rPr lang="en-US" sz="14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 aus Finnland – jetzt auch für deutsche Schulen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Next-Exam – Die technische Lösung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Open-Source-Software aus Österreich, integriert in Puavo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51760" cy="6400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Serverunabhängig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Prüfungen ohne zentralen Server möglich – der Lehrer-Rechner übernimmt die Steuerung.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60020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200400" y="1600200"/>
            <a:ext cx="2651760" cy="6400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337560" y="16642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Zentrale Kontrolle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2176272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Lehrkraft sammelt alle Antworten ein, überwacht alle Schülerrechner in Echtzeit.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60020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2651760" cy="6400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172200" y="16642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Sicherer Modus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72200" y="2176272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Rechner stark eingeschränkt im Prüfungsmodus – unerlaubte Hilfsmittel werden verhindert.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3891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Pin-Code-Verbindung · PDF-Aufgaben · GeoGebra-Integration · Backup-Funktion · Mehrere Prüfungen parallel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 einer digitalen Prüfung mit Next-Exam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31520" cy="73152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31520" y="111556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1463040"/>
            <a:ext cx="457200" cy="0"/>
          </a:xfrm>
          <a:prstGeom prst="line">
            <a:avLst/>
          </a:prstGeom>
          <a:noFill/>
          <a:ln w="25400">
            <a:solidFill>
              <a:srgbClr val="0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11480" y="193852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Vorbereitung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463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Lehrkraft startet Next-Exam im Lehrer-Modus und legt Aufgaben fest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32304" y="1097280"/>
            <a:ext cx="731520" cy="73152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432304" y="111556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09544" y="1463040"/>
            <a:ext cx="457200" cy="0"/>
          </a:xfrm>
          <a:prstGeom prst="line">
            <a:avLst/>
          </a:prstGeom>
          <a:noFill/>
          <a:ln w="25400">
            <a:solidFill>
              <a:srgbClr val="0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2112264" y="193852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Verbindung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66544" y="2331720"/>
            <a:ext cx="1463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Schüler/innen starten im Prüfungsmodus, Verbindung via Pin-Code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33088" y="1097280"/>
            <a:ext cx="731520" cy="73152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133088" y="111556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910328" y="1463040"/>
            <a:ext cx="457200" cy="0"/>
          </a:xfrm>
          <a:prstGeom prst="line">
            <a:avLst/>
          </a:prstGeom>
          <a:noFill/>
          <a:ln w="25400">
            <a:solidFill>
              <a:srgbClr val="0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3813048" y="193852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Durchführung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67328" y="2331720"/>
            <a:ext cx="1463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Lehrkraft überwacht alle Schülerrechner live in </a:t>
            </a:r>
            <a:r>
              <a:rPr lang="en-US" sz="1200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; Backups </a:t>
            </a:r>
            <a:r>
              <a:rPr lang="en-US" sz="1200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sichern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gegen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Datenverlust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33872" y="1097280"/>
            <a:ext cx="731520" cy="73152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833872" y="111556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611112" y="1463040"/>
            <a:ext cx="457200" cy="0"/>
          </a:xfrm>
          <a:prstGeom prst="line">
            <a:avLst/>
          </a:prstGeom>
          <a:noFill/>
          <a:ln w="25400">
            <a:solidFill>
              <a:srgbClr val="0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5513832" y="193852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68112" y="2331720"/>
            <a:ext cx="1463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Schüler/innen </a:t>
            </a:r>
            <a:r>
              <a:rPr lang="en-US" sz="1200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geben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34656" y="1097280"/>
            <a:ext cx="731520" cy="731520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7534656" y="1115568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14616" y="193852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68896" y="2331720"/>
            <a:ext cx="1463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Lehrkraft bewertet </a:t>
            </a:r>
            <a:r>
              <a:rPr lang="en-US" sz="1200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eingegangene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Prüfungen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Next-Exam – Weitere Funktionen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26187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PDF-Aufgaben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Aufgabenstellungen können als PDF bereitgestellt werden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3832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977640" y="126187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GeoGebra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783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Mathematikprüfungen durch GeoGebra-Integration möglich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26364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0" y="126187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Rechtschreibprüfung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783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Gezielte Steuerung/</a:t>
            </a:r>
            <a:r>
              <a:rPr lang="en-US" sz="1200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Abschaltung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 Rechtschreibkorrektur (inkl. Groß/Klein)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0292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309067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6118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Lehrkräfte und Schüler/innen können Backups erstellen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29260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338328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977640" y="309067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Parallele Prüfungen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36118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Mehrere Prüfungen </a:t>
            </a:r>
            <a:r>
              <a:rPr lang="en-US" sz="1200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gleichzeitig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mehreren steuerbaren Rechnern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626364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58000" y="309067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Prüfungsmodus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36118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Rechner stark eingeschränkt – verhindert unerlaubte Hilfsmittel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SchulKI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5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KI-gestützte Lehr-Lernumgebung für Schulen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Schulverwalter GmbH · gegründet 2019 in Leipzig · von Lehrern und Informatikern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5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SchulKI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5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beste.schule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5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homepage.schule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5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plan.schule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SchulKI – Funktionen im Überblick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600200"/>
          </a:xfrm>
          <a:prstGeom prst="rect">
            <a:avLst/>
          </a:prstGeom>
          <a:solidFill>
            <a:srgbClr val="EAF6F6"/>
          </a:solidFill>
          <a:ln w="12700">
            <a:solidFill>
              <a:srgbClr val="CCEA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2161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Datenschutzkonformes ChatGPT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Speziell für den schulischen Kontext entwickelt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743200" cy="1600200"/>
          </a:xfrm>
          <a:prstGeom prst="rect">
            <a:avLst/>
          </a:prstGeom>
          <a:solidFill>
            <a:srgbClr val="EAF6F6"/>
          </a:solidFill>
          <a:ln w="12700">
            <a:solidFill>
              <a:srgbClr val="CCEA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337560" y="11887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🖼️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977640" y="12161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Bildgenerierung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783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Erstellung von Bildern und Aufgaben für den Unterricht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743200" cy="1600200"/>
          </a:xfrm>
          <a:prstGeom prst="rect">
            <a:avLst/>
          </a:prstGeom>
          <a:solidFill>
            <a:srgbClr val="EAF6F6"/>
          </a:solidFill>
          <a:ln w="12700">
            <a:solidFill>
              <a:srgbClr val="CCEA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263640" y="11887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🧑‍🏫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03720" y="12161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Chat-KI mit Persönlichkeiten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783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Schüler/innen chatten mit historischen oder fiktiven Persönlichkeiten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2743200" cy="1600200"/>
          </a:xfrm>
          <a:prstGeom prst="rect">
            <a:avLst/>
          </a:prstGeom>
          <a:solidFill>
            <a:srgbClr val="EAF6F6"/>
          </a:solidFill>
          <a:ln w="12700">
            <a:solidFill>
              <a:srgbClr val="CCEA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11480" y="30175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51560" y="30449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Unterrichtsplanung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6118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Komplette Unterrichtssequenzen mit </a:t>
            </a:r>
            <a:r>
              <a:rPr lang="en-US" sz="1200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vorgegebenen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Prompts (</a:t>
            </a:r>
            <a:r>
              <a:rPr lang="en-US" sz="1200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Lückentext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2743200" cy="1600200"/>
          </a:xfrm>
          <a:prstGeom prst="rect">
            <a:avLst/>
          </a:prstGeom>
          <a:solidFill>
            <a:srgbClr val="EAF6F6"/>
          </a:solidFill>
          <a:ln w="12700">
            <a:solidFill>
              <a:srgbClr val="CCEA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3337560" y="30175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977640" y="30449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Korrekturunterstützung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6118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hilft Lehrkräften beim Korrigieren von Aufgaben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880360"/>
            <a:ext cx="2743200" cy="1600200"/>
          </a:xfrm>
          <a:prstGeom prst="rect">
            <a:avLst/>
          </a:prstGeom>
          <a:solidFill>
            <a:srgbClr val="EAF6F6"/>
          </a:solidFill>
          <a:ln w="12700">
            <a:solidFill>
              <a:srgbClr val="CCEA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6263640" y="30175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03720" y="30449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Pädagogische Unterstützung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6118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Konkrete Hilfe in Problemsituationen für Lehrkräfte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SchulKI – Vor- und Nachteile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457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0698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Vorteile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Datenschutzkonform, speziell für Schulen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Große Zeitersparnis für Lehrkräfte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Vielfältige Einsatzmöglichkeiten (Texte, Bilder, Planung)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Fördert Medienkompetenz und KI-Verständnis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Unterstützung im pädagogischen Alltag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4023360" cy="457200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937760" y="10698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Nachteile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572768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Fächer nur für allgemeinbildenden Bereich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Mögliche Abhängigkeit von KI-Systemen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 abhängig von Prompt-Qualität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Einarbeitung erforderlich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Gefahr übermäßiger Abhängigkeit bei Schüler/innen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0" cy="3657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 &amp; Ausblick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Puavo + Next-Exam bietet eine stabile, serverunabhängige Lösung für digitale Prüfungen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822960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94360" y="2267712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SchulKI ermöglicht datenschutzkonformen KI-Einsatz direkt im Schulkontext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822960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94360" y="3090672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Beide Systeme erfordern Einarbeitung und technische Grundvoraussetzungen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94360" y="3913632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Ergänzung durch Materialien (z. B. Klett) zur Reflexion von KI-Chancen und -Risiken empfohlen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274320" y="4663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Bildung – sicher, praxisnah und zukunftsfähig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</Words>
  <Application>Microsoft Office PowerPoint</Application>
  <PresentationFormat>Bildschirmpräsentation (16:9)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Digitale Bildung – Puavo &amp; SchulKI</dc:title>
  <dc:subject>PptxGenJS Presentation</dc:subject>
  <dc:creator>PptxGenJS</dc:creator>
  <cp:lastModifiedBy>Sasha Mohr</cp:lastModifiedBy>
  <cp:revision>8</cp:revision>
  <dcterms:created xsi:type="dcterms:W3CDTF">2026-04-28T20:53:59Z</dcterms:created>
  <dcterms:modified xsi:type="dcterms:W3CDTF">2026-04-28T21:11:52Z</dcterms:modified>
</cp:coreProperties>
</file>